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23.png" Type="http://schemas.openxmlformats.org/officeDocument/2006/relationships/image"/><Relationship Id="rId6" Target="../media/image22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22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22.png" Type="http://schemas.openxmlformats.org/officeDocument/2006/relationships/image"/><Relationship Id="rId6" Target="../media/image28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22.png" Type="http://schemas.openxmlformats.org/officeDocument/2006/relationships/image"/><Relationship Id="rId6" Target="../media/image28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2" Target="../media/image16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2" Target="../media/image16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2" Target="../media/image16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50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50.png" Type="http://schemas.openxmlformats.org/officeDocument/2006/relationships/image"/><Relationship Id="rId7" Target="../media/image7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15" Target="../media/image82.png" Type="http://schemas.openxmlformats.org/officeDocument/2006/relationships/image"/><Relationship Id="rId16" Target="../media/image83.png" Type="http://schemas.openxmlformats.org/officeDocument/2006/relationships/image"/><Relationship Id="rId17" Target="../media/image84.png" Type="http://schemas.openxmlformats.org/officeDocument/2006/relationships/image"/><Relationship Id="rId18" Target="../media/image85.png" Type="http://schemas.openxmlformats.org/officeDocument/2006/relationships/image"/><Relationship Id="rId19" Target="../media/image86.png" Type="http://schemas.openxmlformats.org/officeDocument/2006/relationships/image"/><Relationship Id="rId2" Target="../media/image71.png" Type="http://schemas.openxmlformats.org/officeDocument/2006/relationships/image"/><Relationship Id="rId20" Target="../media/image87.png" Type="http://schemas.openxmlformats.org/officeDocument/2006/relationships/image"/><Relationship Id="rId21" Target="../media/image88.png" Type="http://schemas.openxmlformats.org/officeDocument/2006/relationships/image"/><Relationship Id="rId22" Target="../media/image89.png" Type="http://schemas.openxmlformats.org/officeDocument/2006/relationships/image"/><Relationship Id="rId23" Target="../media/image90.png" Type="http://schemas.openxmlformats.org/officeDocument/2006/relationships/image"/><Relationship Id="rId24" Target="../media/image91.png" Type="http://schemas.openxmlformats.org/officeDocument/2006/relationships/image"/><Relationship Id="rId25" Target="../media/image92.png" Type="http://schemas.openxmlformats.org/officeDocument/2006/relationships/image"/><Relationship Id="rId26" Target="../media/image93.png" Type="http://schemas.openxmlformats.org/officeDocument/2006/relationships/image"/><Relationship Id="rId27" Target="../media/image94.png" Type="http://schemas.openxmlformats.org/officeDocument/2006/relationships/image"/><Relationship Id="rId28" Target="../media/image95.png" Type="http://schemas.openxmlformats.org/officeDocument/2006/relationships/image"/><Relationship Id="rId29" Target="../media/image96.png" Type="http://schemas.openxmlformats.org/officeDocument/2006/relationships/image"/><Relationship Id="rId3" Target="../media/image72.png" Type="http://schemas.openxmlformats.org/officeDocument/2006/relationships/image"/><Relationship Id="rId30" Target="../media/image97.png" Type="http://schemas.openxmlformats.org/officeDocument/2006/relationships/image"/><Relationship Id="rId31" Target="../media/image98.png" Type="http://schemas.openxmlformats.org/officeDocument/2006/relationships/image"/><Relationship Id="rId32" Target="../media/image99.png" Type="http://schemas.openxmlformats.org/officeDocument/2006/relationships/image"/><Relationship Id="rId33" Target="../media/image100.png" Type="http://schemas.openxmlformats.org/officeDocument/2006/relationships/image"/><Relationship Id="rId34" Target="../media/image101.png" Type="http://schemas.openxmlformats.org/officeDocument/2006/relationships/image"/><Relationship Id="rId35" Target="../media/image10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50.png" Type="http://schemas.openxmlformats.org/officeDocument/2006/relationships/image"/><Relationship Id="rId8" Target="../media/image76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3.png" Type="http://schemas.openxmlformats.org/officeDocument/2006/relationships/image"/><Relationship Id="rId4" Target="../media/image104.png" Type="http://schemas.openxmlformats.org/officeDocument/2006/relationships/image"/><Relationship Id="rId5" Target="../media/image16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107.pn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144500" y="0"/>
            <a:ext cx="5143500" cy="514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44500" y="5143500"/>
            <a:ext cx="5143500" cy="514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6781800"/>
            <a:ext cx="1460500" cy="186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330200"/>
            <a:ext cx="10502900" cy="510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74700" y="8585200"/>
            <a:ext cx="5232400" cy="135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6300" y="4394200"/>
            <a:ext cx="4699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708900" y="1739900"/>
            <a:ext cx="34658300" cy="10274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1800" y="0"/>
            <a:ext cx="5156200" cy="534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44500" y="5143500"/>
            <a:ext cx="5143500" cy="514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355600"/>
            <a:ext cx="3276600" cy="250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27051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971800"/>
            <a:ext cx="8432800" cy="6883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67600" y="8496300"/>
            <a:ext cx="2425700" cy="1536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08900" y="8597900"/>
            <a:ext cx="2425700" cy="1536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419100"/>
            <a:ext cx="7340600" cy="270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74200" y="5283200"/>
            <a:ext cx="8902700" cy="111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12300" y="6400800"/>
            <a:ext cx="69596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127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977900" y="2730500"/>
            <a:ext cx="27559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81300" y="0"/>
            <a:ext cx="2806700" cy="2755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" y="3251200"/>
            <a:ext cx="7696200" cy="5854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44000" y="4978400"/>
            <a:ext cx="1955800" cy="2324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79200" y="3251200"/>
            <a:ext cx="6438900" cy="5854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2300" y="419100"/>
            <a:ext cx="8382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127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977900" y="2730500"/>
            <a:ext cx="27559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81300" y="0"/>
            <a:ext cx="2806700" cy="2755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470900" y="3060700"/>
            <a:ext cx="2006600" cy="665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" y="419100"/>
            <a:ext cx="8382000" cy="27051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77900" y="3086100"/>
            <a:ext cx="7289800" cy="6629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49500" y="5969000"/>
            <a:ext cx="1384300" cy="1193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42600" y="7556500"/>
            <a:ext cx="7721600" cy="119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79100" y="6705600"/>
            <a:ext cx="30226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127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977900" y="2730500"/>
            <a:ext cx="27559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81300" y="0"/>
            <a:ext cx="28067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419100"/>
            <a:ext cx="8382000" cy="270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7900" y="3225800"/>
            <a:ext cx="6172200" cy="561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30600" y="5715000"/>
            <a:ext cx="1739900" cy="977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18400" y="7112000"/>
            <a:ext cx="98425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93000" y="6248400"/>
            <a:ext cx="2857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127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977900" y="2730500"/>
            <a:ext cx="27559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81300" y="0"/>
            <a:ext cx="28067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419100"/>
            <a:ext cx="8382000" cy="270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7900" y="3225800"/>
            <a:ext cx="6172200" cy="561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57800" y="5715000"/>
            <a:ext cx="1739900" cy="1562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18400" y="7112000"/>
            <a:ext cx="74041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80300" y="6248400"/>
            <a:ext cx="31369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127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977900" y="2730500"/>
            <a:ext cx="27559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81300" y="0"/>
            <a:ext cx="28067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419100"/>
            <a:ext cx="8382000" cy="27051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7900" y="3225800"/>
            <a:ext cx="6172200" cy="561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71800" y="6731000"/>
            <a:ext cx="2908300" cy="1663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31100" y="7112000"/>
            <a:ext cx="7734300" cy="119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93000" y="6248400"/>
            <a:ext cx="24003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7404100" y="4813300"/>
            <a:ext cx="3479800" cy="1016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549400"/>
            <a:ext cx="14592300" cy="7708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19100" y="647700"/>
            <a:ext cx="14541500" cy="135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55800" y="9588500"/>
            <a:ext cx="30480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02200" y="9029700"/>
            <a:ext cx="88773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4432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59000" y="2476500"/>
            <a:ext cx="8648700" cy="15240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62200" y="6680200"/>
            <a:ext cx="4165600" cy="26289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18500" y="7467600"/>
            <a:ext cx="6121400" cy="85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242300" y="6451600"/>
            <a:ext cx="7061200" cy="14224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62200" y="4279900"/>
            <a:ext cx="4953000" cy="14859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18500" y="5041900"/>
            <a:ext cx="6477000" cy="850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255000" y="4025900"/>
            <a:ext cx="3835400" cy="130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2300" y="419100"/>
            <a:ext cx="7378700" cy="2705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75500" y="990600"/>
            <a:ext cx="26416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4432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9800" y="2832100"/>
            <a:ext cx="7175500" cy="774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01200" y="2832100"/>
            <a:ext cx="7048500" cy="81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22300" y="419100"/>
            <a:ext cx="7378700" cy="270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75500" y="990600"/>
            <a:ext cx="2641600" cy="127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394700" y="2781300"/>
            <a:ext cx="1016000" cy="10541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57500" y="4800600"/>
            <a:ext cx="3708400" cy="26035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712200" y="6400800"/>
            <a:ext cx="4305300" cy="850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648700" y="5384800"/>
            <a:ext cx="4635500" cy="130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699500" y="6832600"/>
            <a:ext cx="64770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4432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755900"/>
            <a:ext cx="12598400" cy="668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" y="4038600"/>
            <a:ext cx="39878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6121400"/>
            <a:ext cx="89916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8293100"/>
            <a:ext cx="45974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2300" y="419100"/>
            <a:ext cx="7378700" cy="2705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44200" y="3911600"/>
            <a:ext cx="4686300" cy="2082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44200" y="5638800"/>
            <a:ext cx="6159500" cy="208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44200" y="7670800"/>
            <a:ext cx="5410200" cy="2082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175500" y="977900"/>
            <a:ext cx="35052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443200" y="0"/>
            <a:ext cx="2768600" cy="2755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0" y="3403600"/>
            <a:ext cx="12407900" cy="3479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4292600"/>
            <a:ext cx="8191500" cy="127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14700" y="5753100"/>
            <a:ext cx="7200900" cy="54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2300" y="419100"/>
            <a:ext cx="7378700" cy="270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75500" y="977900"/>
            <a:ext cx="70231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998200" y="2070100"/>
            <a:ext cx="3048000" cy="61595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950200" y="2044700"/>
            <a:ext cx="3048000" cy="61722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73200" y="5765800"/>
            <a:ext cx="2921000" cy="2476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1100" y="2044700"/>
            <a:ext cx="3873500" cy="6184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76800" y="2044700"/>
            <a:ext cx="3060700" cy="6184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2300" y="419100"/>
            <a:ext cx="73787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88200" y="1041400"/>
            <a:ext cx="7429500" cy="1143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43200" y="0"/>
            <a:ext cx="2768600" cy="27559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54000" y="3022600"/>
            <a:ext cx="9588500" cy="825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44700" y="3136900"/>
            <a:ext cx="4787900" cy="4191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2844800" y="2552700"/>
            <a:ext cx="19900900" cy="774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44700" y="2654300"/>
            <a:ext cx="9944100" cy="3810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159000" y="3619500"/>
            <a:ext cx="21234400" cy="939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340600" y="3733800"/>
            <a:ext cx="10617200" cy="4699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38100" y="3695700"/>
            <a:ext cx="9334500" cy="901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184400" y="3810000"/>
            <a:ext cx="4673600" cy="4445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-63500" y="5194300"/>
            <a:ext cx="9334500" cy="774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171700" y="5295900"/>
            <a:ext cx="4673600" cy="3810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800" y="6515100"/>
            <a:ext cx="9334500" cy="167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184400" y="6731000"/>
            <a:ext cx="4673600" cy="8382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-63500" y="4470400"/>
            <a:ext cx="9334500" cy="812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171700" y="4572000"/>
            <a:ext cx="4673600" cy="4064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-63500" y="5880100"/>
            <a:ext cx="9334500" cy="838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171700" y="5994400"/>
            <a:ext cx="4673600" cy="4191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4470400" y="6692900"/>
            <a:ext cx="13182600" cy="711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670800" y="6794500"/>
            <a:ext cx="6591300" cy="3556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470400" y="6019800"/>
            <a:ext cx="13182600" cy="774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670800" y="6121400"/>
            <a:ext cx="6591300" cy="393700"/>
          </a:xfrm>
          <a:prstGeom prst="rect">
            <a:avLst/>
          </a:prstGeom>
        </p:spPr>
      </p:pic>
      <p:grpSp>
        <p:nvGrpSpPr>
          <p:cNvPr name="Group 47" id="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8" id="4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381500" y="5257800"/>
            <a:ext cx="13512800" cy="7239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670800" y="5346700"/>
            <a:ext cx="6756400" cy="3683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470400" y="4419600"/>
            <a:ext cx="13182600" cy="7874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670800" y="4521200"/>
            <a:ext cx="6591300" cy="3937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930400" y="8458200"/>
            <a:ext cx="4483100" cy="20828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102600" y="8382000"/>
            <a:ext cx="83058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5143500"/>
            <a:ext cx="5143500" cy="5143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65600" y="5232400"/>
            <a:ext cx="83947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3600000">
            <a:off x="7759700" y="9080500"/>
            <a:ext cx="800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519400" y="0"/>
            <a:ext cx="2768600" cy="2755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7700" y="927100"/>
            <a:ext cx="5321300" cy="250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77300" y="6197600"/>
            <a:ext cx="3810000" cy="135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77300" y="2844800"/>
            <a:ext cx="5740400" cy="135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77300" y="4521200"/>
            <a:ext cx="32004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400" y="0"/>
            <a:ext cx="5143500" cy="514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5400" y="5143500"/>
            <a:ext cx="5143500" cy="514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08900" y="4000500"/>
            <a:ext cx="6553200" cy="248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