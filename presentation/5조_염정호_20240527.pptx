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2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19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19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19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19.png" Type="http://schemas.openxmlformats.org/officeDocument/2006/relationships/image"/><Relationship Id="rId12" Target="../media/image42.png" Type="http://schemas.openxmlformats.org/officeDocument/2006/relationships/image"/><Relationship Id="rId13" Target="../media/image52.png" Type="http://schemas.openxmlformats.org/officeDocument/2006/relationships/image"/><Relationship Id="rId2" Target="../media/image1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19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19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60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19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19.pn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60.png" Type="http://schemas.openxmlformats.org/officeDocument/2006/relationships/image"/><Relationship Id="rId4" Target="../media/image65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14" Target="../media/image19.png" Type="http://schemas.openxmlformats.org/officeDocument/2006/relationships/image"/><Relationship Id="rId15" Target="../media/image55.png" Type="http://schemas.openxmlformats.org/officeDocument/2006/relationships/image"/><Relationship Id="rId16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60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8.png" Type="http://schemas.openxmlformats.org/officeDocument/2006/relationships/image"/><Relationship Id="rId4" Target="../media/image19.png" Type="http://schemas.openxmlformats.org/officeDocument/2006/relationships/image"/><Relationship Id="rId5" Target="../media/image55.png" Type="http://schemas.openxmlformats.org/officeDocument/2006/relationships/image"/><Relationship Id="rId6" Target="../media/image8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0.png" Type="http://schemas.openxmlformats.org/officeDocument/2006/relationships/image"/><Relationship Id="rId4" Target="../media/image19.png" Type="http://schemas.openxmlformats.org/officeDocument/2006/relationships/image"/><Relationship Id="rId5" Target="../media/image55.png" Type="http://schemas.openxmlformats.org/officeDocument/2006/relationships/image"/><Relationship Id="rId6" Target="../media/image8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1.png" Type="http://schemas.openxmlformats.org/officeDocument/2006/relationships/image"/><Relationship Id="rId4" Target="../media/image19.png" Type="http://schemas.openxmlformats.org/officeDocument/2006/relationships/image"/><Relationship Id="rId5" Target="../media/image55.png" Type="http://schemas.openxmlformats.org/officeDocument/2006/relationships/image"/><Relationship Id="rId6" Target="../media/image8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2.png" Type="http://schemas.openxmlformats.org/officeDocument/2006/relationships/image"/><Relationship Id="rId4" Target="../media/image19.png" Type="http://schemas.openxmlformats.org/officeDocument/2006/relationships/image"/><Relationship Id="rId5" Target="../media/image55.png" Type="http://schemas.openxmlformats.org/officeDocument/2006/relationships/image"/><Relationship Id="rId6" Target="../media/image8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3.png" Type="http://schemas.openxmlformats.org/officeDocument/2006/relationships/image"/><Relationship Id="rId4" Target="../media/image19.png" Type="http://schemas.openxmlformats.org/officeDocument/2006/relationships/image"/><Relationship Id="rId5" Target="../media/image55.png" Type="http://schemas.openxmlformats.org/officeDocument/2006/relationships/image"/><Relationship Id="rId6" Target="../media/image8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2" Target="../media/image1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2.png" Type="http://schemas.openxmlformats.org/officeDocument/2006/relationships/image"/><Relationship Id="rId8" Target="../media/image19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3.png" Type="http://schemas.openxmlformats.org/officeDocument/2006/relationships/image"/><Relationship Id="rId4" Target="../media/image10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18288000" cy="165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3800" y="3581400"/>
            <a:ext cx="14376400" cy="304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92800" y="6210300"/>
            <a:ext cx="6489700" cy="26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60900" y="5905500"/>
            <a:ext cx="8026400" cy="812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674600" y="9042400"/>
            <a:ext cx="40767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655800" y="6680200"/>
            <a:ext cx="5029200" cy="2235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-1397000" y="1574800"/>
            <a:ext cx="50419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035300" y="2222500"/>
            <a:ext cx="11290300" cy="1930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746500"/>
            <a:ext cx="7645400" cy="1003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9500" y="4470400"/>
            <a:ext cx="9105900" cy="1003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5930900"/>
            <a:ext cx="9105900" cy="1003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6654800"/>
            <a:ext cx="9105900" cy="100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9500" y="5194300"/>
            <a:ext cx="9105900" cy="1003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8509000" y="-965200"/>
            <a:ext cx="10121900" cy="1238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419100" y="-965200"/>
            <a:ext cx="10121900" cy="1240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14960600" y="8851900"/>
            <a:ext cx="3327400" cy="1473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0" y="165100"/>
            <a:ext cx="33147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0" y="0"/>
            <a:ext cx="18288000" cy="165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685800" y="622300"/>
            <a:ext cx="546100" cy="54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82600" y="457200"/>
            <a:ext cx="1028700" cy="977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09700" y="482600"/>
            <a:ext cx="20066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588000" y="1257300"/>
            <a:ext cx="6908800" cy="217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2832100" y="4191000"/>
            <a:ext cx="546100" cy="54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4025900"/>
            <a:ext cx="9906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81400" y="3975100"/>
            <a:ext cx="1854200" cy="109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7467600" y="4191000"/>
            <a:ext cx="546100" cy="54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264400" y="4025900"/>
            <a:ext cx="10541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29600" y="4051300"/>
            <a:ext cx="2641600" cy="1003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2166600" y="4191000"/>
            <a:ext cx="546100" cy="546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76100" y="4025900"/>
            <a:ext cx="9652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915900" y="4051300"/>
            <a:ext cx="4140200" cy="100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588000" y="1257300"/>
            <a:ext cx="6908800" cy="217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2832100" y="4191000"/>
            <a:ext cx="546100" cy="54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16200" y="4025900"/>
            <a:ext cx="990600" cy="952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2832100" y="6807200"/>
            <a:ext cx="5461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41600" y="6654800"/>
            <a:ext cx="977900" cy="952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594100" y="6667500"/>
            <a:ext cx="2717800" cy="1003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7467600" y="4191000"/>
            <a:ext cx="546100" cy="546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264400" y="4025900"/>
            <a:ext cx="1054100" cy="952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7467600" y="6807200"/>
            <a:ext cx="5461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277100" y="6654800"/>
            <a:ext cx="1016000" cy="952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229600" y="6604000"/>
            <a:ext cx="1854200" cy="1079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2166600" y="4191000"/>
            <a:ext cx="546100" cy="546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76100" y="4025900"/>
            <a:ext cx="9652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2800" y="635000"/>
            <a:ext cx="990600" cy="95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8000" y="584200"/>
            <a:ext cx="1854200" cy="1092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11700" y="1701800"/>
            <a:ext cx="5524500" cy="80899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37900" y="1701800"/>
            <a:ext cx="2438400" cy="8089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5500" y="647700"/>
            <a:ext cx="9906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585700" y="2032000"/>
            <a:ext cx="4559300" cy="6172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2032000"/>
            <a:ext cx="4025900" cy="61722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91300" y="2082800"/>
            <a:ext cx="4559300" cy="617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5257800" y="8775700"/>
            <a:ext cx="23304500" cy="101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4900" y="622300"/>
            <a:ext cx="647700" cy="965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78000" y="660400"/>
            <a:ext cx="33909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83100" y="1041400"/>
            <a:ext cx="11404600" cy="867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" y="622300"/>
            <a:ext cx="6096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8000" y="660400"/>
            <a:ext cx="23368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4900" y="2235200"/>
            <a:ext cx="6032500" cy="6172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296400" y="2235200"/>
            <a:ext cx="5181600" cy="617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94200" y="2667000"/>
            <a:ext cx="3733800" cy="1562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04800" y="2501900"/>
            <a:ext cx="19558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23100" y="4876800"/>
            <a:ext cx="2451100" cy="156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743700" y="7073900"/>
            <a:ext cx="2171700" cy="119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363700" y="4330700"/>
            <a:ext cx="3009900" cy="191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81100" y="6731000"/>
            <a:ext cx="3035300" cy="1562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17600" y="622300"/>
            <a:ext cx="6096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78000" y="660400"/>
            <a:ext cx="35687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8100" y="1854200"/>
            <a:ext cx="16281400" cy="816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02500" y="1498600"/>
            <a:ext cx="27813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90700" y="660400"/>
            <a:ext cx="3771900" cy="100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7264400"/>
            <a:ext cx="2476500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7100" y="2095500"/>
            <a:ext cx="4330700" cy="78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3900" y="1917700"/>
            <a:ext cx="4648200" cy="1155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3400" y="1638300"/>
            <a:ext cx="10274300" cy="7772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5168900" y="2667000"/>
            <a:ext cx="3390900" cy="1016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200000">
            <a:off x="4267200" y="3479800"/>
            <a:ext cx="4572000" cy="10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34400" y="1498600"/>
            <a:ext cx="5473700" cy="1104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04200" y="2654300"/>
            <a:ext cx="3060700" cy="1104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06100" y="2654300"/>
            <a:ext cx="4914900" cy="1104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509000" y="3886200"/>
            <a:ext cx="3048000" cy="1104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0700" y="660400"/>
            <a:ext cx="37719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33400" y="1638300"/>
            <a:ext cx="10274300" cy="7772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3400" y="3124200"/>
            <a:ext cx="102743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" y="2908300"/>
            <a:ext cx="5727700" cy="11557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60000">
            <a:off x="6654800" y="3352800"/>
            <a:ext cx="2895600" cy="10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0" y="2768600"/>
            <a:ext cx="4965700" cy="1600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0700" y="660400"/>
            <a:ext cx="37719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33400" y="1638300"/>
            <a:ext cx="10274300" cy="777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09200" y="2082800"/>
            <a:ext cx="4914900" cy="110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64700" y="3670300"/>
            <a:ext cx="4216400" cy="110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60400" y="3670300"/>
            <a:ext cx="4533900" cy="110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45700" y="5372100"/>
            <a:ext cx="5359400" cy="1104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3400" y="4330700"/>
            <a:ext cx="10274300" cy="965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5500" y="4241800"/>
            <a:ext cx="6578600" cy="11557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420000">
            <a:off x="7531100" y="4178300"/>
            <a:ext cx="2463800" cy="1016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780000">
            <a:off x="7454900" y="5511800"/>
            <a:ext cx="2603500" cy="10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0700" y="660400"/>
            <a:ext cx="37719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33400" y="1638300"/>
            <a:ext cx="10274300" cy="777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55800" y="5092700"/>
            <a:ext cx="4038600" cy="110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528800" y="6438900"/>
            <a:ext cx="2349500" cy="1104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5270500"/>
            <a:ext cx="9448800" cy="3657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1800" y="5778500"/>
            <a:ext cx="8191500" cy="19304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720000">
            <a:off x="8978900" y="5753100"/>
            <a:ext cx="2146300" cy="101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14287500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893300" y="6527800"/>
            <a:ext cx="1130300" cy="10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036300" y="5092700"/>
            <a:ext cx="4102100" cy="1104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909300" y="6438900"/>
            <a:ext cx="2362200" cy="1104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14300" y="6438900"/>
            <a:ext cx="2235200" cy="1104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972800" y="3810000"/>
            <a:ext cx="5461000" cy="1104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90700" y="660400"/>
            <a:ext cx="37719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28900" y="1981200"/>
            <a:ext cx="13030200" cy="6337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660400"/>
            <a:ext cx="40640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08200" y="977900"/>
            <a:ext cx="12712700" cy="9309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660400"/>
            <a:ext cx="40640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1150112000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" y="2070100"/>
            <a:ext cx="18199100" cy="6159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660400"/>
            <a:ext cx="40640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02882500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" y="1905000"/>
            <a:ext cx="19138900" cy="646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660400"/>
            <a:ext cx="40640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965200000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6200" y="1295400"/>
            <a:ext cx="18072100" cy="8267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1028700" y="800100"/>
            <a:ext cx="5461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" y="622300"/>
            <a:ext cx="6477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660400"/>
            <a:ext cx="40640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552700" y="4254500"/>
            <a:ext cx="99441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52700" y="5118100"/>
            <a:ext cx="8382000" cy="116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14960600" y="8851900"/>
            <a:ext cx="3327400" cy="147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0" y="165100"/>
            <a:ext cx="3314700" cy="147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0" y="0"/>
            <a:ext cx="18288000" cy="165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2700000">
            <a:off x="685800" y="622300"/>
            <a:ext cx="5461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8509000" y="-965200"/>
            <a:ext cx="10121900" cy="1238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-419100" y="-965200"/>
            <a:ext cx="10121900" cy="1240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9900" y="444500"/>
            <a:ext cx="10287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5100" y="482600"/>
            <a:ext cx="19431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032500" y="4343400"/>
            <a:ext cx="7505700" cy="6121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2760000">
            <a:off x="10020300" y="4076700"/>
            <a:ext cx="596900" cy="45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760000">
            <a:off x="9880600" y="4749800"/>
            <a:ext cx="355600" cy="279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73800" y="1054100"/>
            <a:ext cx="5829300" cy="313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83100" y="812800"/>
            <a:ext cx="9220200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50400" y="-304800"/>
            <a:ext cx="8737600" cy="99695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0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7912100"/>
            <a:ext cx="183134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-2147483648" y="-2147483648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92100" y="-6667500"/>
            <a:ext cx="17894300" cy="20408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0200" y="1028700"/>
            <a:ext cx="17627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2057400"/>
            <a:ext cx="17551400" cy="6019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